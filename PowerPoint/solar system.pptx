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4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87747-8709-4549-A002-2C4348487667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5ABC6-071A-45CA-AF5E-F5BDEEC575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5ABC6-071A-45CA-AF5E-F5BDEEC575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5136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E261-C379-9BDA-C895-01573F7A5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6EEE5-AE44-6E28-4B41-C63E579C1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0D76F-8430-B545-D7DC-8689FD16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5D81C-F3BE-98AC-1CA5-A5809006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8C8F4-F73C-EA3C-35C8-8B4C385C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9224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0F91-37E6-3B76-9722-67A3EE32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08CD-CC86-4934-DF8F-B5CA19486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44757-67D3-A84C-17DB-49E4ECFC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1A09C-39C0-B7F9-9BBB-6483CB62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C938E-D0E3-C0AA-BDE3-6972243C1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211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068CA-C366-6604-13E8-E292A593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033B3-28DB-0B48-1576-2E3D118E1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C8CC3-9941-ED29-54CD-165F497D6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7C95A-F3A6-8D5E-F4E1-897111E7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E63AA-023D-181F-3678-D74FBF2A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3508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BEC5-5FFD-7B5E-A50A-CE3CACD5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A60E5-94B5-95BF-9496-955FC68FE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47E95-DFA7-8089-253E-5C49BADE4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E9A68-6C7F-7D92-4B68-3AFF4FA4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166FB-2EB4-9514-3CBB-618E2BCC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C9240-BCBD-361C-31F7-67023FC08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148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B5B9-410D-E9EF-7187-E5AF2393C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C0CB0-BD7A-E985-EC6C-D987F50B0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48178-62B0-AE13-D8D2-9770DA79B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4752F-E600-8334-51D1-503DD16C8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97CD0-F03D-AEA4-A1F7-D1980E27A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882EA3-85F9-28E4-F6C8-8F41D671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48642-1FE0-3D73-C08E-A82739112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50CA66-E20F-6937-9A4C-E533DAAB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354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2B0C-0246-D304-698F-0BF28CE98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FE51D-2445-2F5F-D085-D1CB3597B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2557B-1F53-EF48-A4C9-90287B52B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DD560-8EFD-4BAE-FE36-958DF4B1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23226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FED069-23B8-124C-BEB4-7F02A5AE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27A58-619D-8634-C260-3FF85460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FFD9D-C38C-321E-ADFD-D3B0BB57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054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1424-FA12-A0AD-F264-8B448DE1C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5BB1D-EA8D-DA7A-AC81-3A496F0A7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F26F0-2551-EC75-E59E-F5D1D90CD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9E9D0-D221-2E7A-E41D-78522DB2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D8F97-F1CD-854E-F09D-11E937B9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DCC3A-A673-193E-9B8F-5FDE8F03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49756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C44FB-44AE-DF5F-C331-CD564005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53E31-79AB-95C7-7BE8-0F455B053B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A79DE-75FE-BFFF-776D-4B7EAFDCD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0507A-8FE6-8874-ED56-8A0FE3FDB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CA0D5-B2E7-3CE3-A84C-46D6E5223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D03B4-F542-5141-45C9-E6DF1C94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762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23F5-2F4F-D1F4-B60C-01B02F79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66C40-BF25-8B53-E756-392C16CA8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ABB10-8558-4CAD-F729-D3EFF29F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A5A00-FBF7-D622-679E-8F5045F4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38BD8-FC3E-3755-BF20-C5E25701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35146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85F652-0010-07F4-5926-48E81BE4B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EC1DC5-12DB-9E7D-F80D-F58479974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501B0-4146-802C-00DF-79FAB334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00D0-1B30-DB14-98CD-2FBF734BD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2546-D229-74B5-7ADD-074692D7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056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6BA63B-2736-FAE6-C3D0-1419473FE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75029-ABF6-3D48-04C9-F14647745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AEA7D-6925-A6D2-931E-31D4946F7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5D0BE-E660-496F-BC21-59389E197B45}" type="datetimeFigureOut">
              <a:rPr lang="en-PK" smtClean="0"/>
              <a:t>26/10/2025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A69A4-6477-F79A-7C15-2B5DEA477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1E1BB-7B5C-2539-4335-526DD5294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B8CA7-C26C-42B3-B5F7-A3AE2E4368C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59826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4.wdp"/><Relationship Id="rId18" Type="http://schemas.microsoft.com/office/2007/relationships/hdphoto" Target="../media/hdphoto6.wdp"/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microsoft.com/office/2007/relationships/hdphoto" Target="../media/hdphoto5.wdp"/><Relationship Id="rId20" Type="http://schemas.microsoft.com/office/2007/relationships/hdphoto" Target="../media/hdphoto7.wdp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2.png"/><Relationship Id="rId15" Type="http://schemas.openxmlformats.org/officeDocument/2006/relationships/image" Target="../media/image8.png"/><Relationship Id="rId10" Type="http://schemas.openxmlformats.org/officeDocument/2006/relationships/image" Target="../media/image5.png"/><Relationship Id="rId19" Type="http://schemas.openxmlformats.org/officeDocument/2006/relationships/image" Target="../media/image10.png"/><Relationship Id="rId4" Type="http://schemas.openxmlformats.org/officeDocument/2006/relationships/hyperlink" Target="https://www.zooniverse.org/projects/ywyh/delve-dwarf-galaxy-quest-milky-way-neighbors" TargetMode="External"/><Relationship Id="rId9" Type="http://schemas.microsoft.com/office/2007/relationships/hdphoto" Target="../media/hdphoto2.wdp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36000" b="-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5D1E6A-59DA-1FEF-A518-5B86CF2551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824" y="2904520"/>
            <a:ext cx="1164100" cy="89469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7315F50-9027-C73D-BBFF-B62161A8EC90}"/>
              </a:ext>
            </a:extLst>
          </p:cNvPr>
          <p:cNvSpPr/>
          <p:nvPr/>
        </p:nvSpPr>
        <p:spPr>
          <a:xfrm>
            <a:off x="4977648" y="2741035"/>
            <a:ext cx="2330473" cy="130941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9B7958-3F43-1433-A8B0-6A1AEC07BB0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063" y="3142959"/>
            <a:ext cx="530116" cy="48192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248E96C-6C0F-FC9D-421B-37B2378125FC}"/>
              </a:ext>
            </a:extLst>
          </p:cNvPr>
          <p:cNvSpPr/>
          <p:nvPr/>
        </p:nvSpPr>
        <p:spPr>
          <a:xfrm>
            <a:off x="4084571" y="2272933"/>
            <a:ext cx="4087831" cy="214921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02F915-0A0E-8BB3-82D0-CF67ACB0371A}"/>
              </a:ext>
            </a:extLst>
          </p:cNvPr>
          <p:cNvSpPr/>
          <p:nvPr/>
        </p:nvSpPr>
        <p:spPr>
          <a:xfrm>
            <a:off x="3309902" y="1861640"/>
            <a:ext cx="5595757" cy="297180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5773EE-0B5F-79CB-3FA4-3A8296240677}"/>
              </a:ext>
            </a:extLst>
          </p:cNvPr>
          <p:cNvSpPr/>
          <p:nvPr/>
        </p:nvSpPr>
        <p:spPr>
          <a:xfrm>
            <a:off x="2576044" y="1371285"/>
            <a:ext cx="7054814" cy="404891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CE8924-BD19-6622-6B10-D40B79E4D9F6}"/>
              </a:ext>
            </a:extLst>
          </p:cNvPr>
          <p:cNvSpPr/>
          <p:nvPr/>
        </p:nvSpPr>
        <p:spPr>
          <a:xfrm>
            <a:off x="1857310" y="1013453"/>
            <a:ext cx="8571143" cy="48236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29EEEFB-5528-43FC-DE23-30B986BF6F77}"/>
              </a:ext>
            </a:extLst>
          </p:cNvPr>
          <p:cNvSpPr/>
          <p:nvPr/>
        </p:nvSpPr>
        <p:spPr>
          <a:xfrm>
            <a:off x="1145934" y="684335"/>
            <a:ext cx="9993894" cy="548183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B2AED1-D7DE-7F34-0F95-1B64B28CF01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222206">
            <a:off x="7805183" y="3058729"/>
            <a:ext cx="931263" cy="5820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CD0C0C-CB7D-253D-2E3C-B7C5B71CA39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625" b="95000" l="1354" r="96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202" y="2994039"/>
            <a:ext cx="682131" cy="6924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E314C9A-2F3A-E9D5-A5A9-31B1AF8E8F0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6061" b="94606" l="7152" r="9345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79" y="3142959"/>
            <a:ext cx="723900" cy="7239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1AEFD46-5814-149F-CD97-7699A7F9C64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71" y="3078299"/>
            <a:ext cx="664661" cy="6350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C9BEC5A-362A-4307-12E6-E0D431F6305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22403" flipH="1" flipV="1">
            <a:off x="10378646" y="3125236"/>
            <a:ext cx="1337283" cy="647334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0AA2031D-9A9B-E2E5-6766-DEB74ED5AA70}"/>
              </a:ext>
            </a:extLst>
          </p:cNvPr>
          <p:cNvSpPr/>
          <p:nvPr/>
        </p:nvSpPr>
        <p:spPr>
          <a:xfrm>
            <a:off x="539645" y="359765"/>
            <a:ext cx="11127613" cy="613097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AF9A49C-687F-9CA8-813F-448BF333A02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55" y="3008635"/>
            <a:ext cx="680974" cy="677814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EB32CAFA-6F59-EC88-9D06-F74D8EC1D805}"/>
              </a:ext>
            </a:extLst>
          </p:cNvPr>
          <p:cNvSpPr/>
          <p:nvPr/>
        </p:nvSpPr>
        <p:spPr>
          <a:xfrm>
            <a:off x="171345" y="121347"/>
            <a:ext cx="11836400" cy="660781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DF917A7-0DA7-4C19-9267-4623086543F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9067" l="10000" r="90000">
                        <a14:backgroundMark x1="30533" y1="17067" x2="15933" y2="342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8790" y="3064316"/>
            <a:ext cx="792296" cy="79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3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5 -0.09352 C -0.03737 -0.09352 0.00612 -0.05232 0.00612 0.00069 C 0.00612 0.05277 -0.03737 0.09722 -0.0905 0.09722 C -0.14388 0.09722 -0.18685 0.05277 -0.18685 0.00069 C -0.18685 -0.05232 -0.14388 -0.09352 -0.0905 -0.09352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953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42 4.07407E-6 C -0.01042 0.08588 -0.08542 0.15671 -0.17943 0.15671 C -0.2724 0.15671 -0.34857 0.08588 -0.34857 4.07407E-6 C -0.34857 -0.08704 -0.2724 -0.15672 -0.17943 -0.15672 C -0.08542 -0.15672 -0.01042 -0.08704 -0.01042 4.07407E-6 Z " pathEditMode="relative" rAng="5400000" ptsTypes="AAAAA">
                                      <p:cBhvr>
                                        <p:cTn id="8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01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C -4.58333E-6 -0.11898 0.10274 -0.2169 0.23047 -0.2169 C 0.35756 -0.2169 0.46146 -0.11898 0.46146 -1.48148E-6 C 0.46146 0.12014 0.35756 0.21644 0.23047 0.21644 C 0.10274 0.21644 -4.58333E-6 0.12014 -4.58333E-6 -1.48148E-6 Z " pathEditMode="relative" rAng="16200000" ptsTypes="AAAAA">
                                      <p:cBhvr>
                                        <p:cTn id="10" dur="6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73" y="-2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25 -0.0118 C -0.00625 0.14861 -0.13425 0.28102 -0.29336 0.28102 C -0.45104 0.28102 -0.58047 0.14861 -0.58047 -0.0118 C -0.58047 -0.17361 -0.45104 -0.30301 -0.29336 -0.30301 C -0.13425 -0.30301 -0.00625 -0.17361 -0.00625 -0.0118 Z " pathEditMode="relative" rAng="5400000" ptsTypes="AAAAA">
                                      <p:cBhvr>
                                        <p:cTn id="12" dur="7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711" y="6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11111E-6 C -3.95833E-6 -0.19398 0.15756 -0.35208 0.35326 -0.35208 C 0.54818 -0.35208 0.70717 -0.19398 0.70717 1.11111E-6 C 0.7073 0.19421 0.54883 0.35116 0.35326 0.35116 C 0.15821 0.35116 -3.95833E-6 0.19421 -3.95833E-6 1.11111E-6 Z " pathEditMode="relative" rAng="16200000" ptsTypes="AAAAA">
                                      <p:cBhvr>
                                        <p:cTn id="14" dur="8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352" y="-4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0.00139 C 2.08333E-7 0.21782 -0.17956 0.4 -0.40286 0.4 C -0.62578 0.4 -0.80716 0.21782 -0.80716 -0.00255 C -0.80716 -0.22292 -0.62578 -0.39931 -0.40286 -0.39931 C -0.18008 -0.39931 2.08333E-7 -0.22292 2.08333E-7 -0.00139 Z " pathEditMode="relative" rAng="5400000" ptsTypes="AAAAA">
                                      <p:cBhvr>
                                        <p:cTn id="16" dur="9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352" y="16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96296E-6 C -0.00169 -0.24606 0.20534 -0.44606 0.45703 -0.44606 C 0.70937 -0.44629 0.91172 -0.24676 0.91445 -2.96296E-6 C 0.91445 0.24422 0.71002 0.44607 0.45768 0.44584 C 0.20456 0.44607 0.00104 0.24653 1.875E-6 -2.96296E-6 Z " pathEditMode="relative" rAng="16200000" ptsTypes="AAAAA">
                                      <p:cBhvr>
                                        <p:cTn id="18" dur="1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716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23 C -0.00013 0.26551 -0.21718 0.48148 -0.4845 0.48148 C -0.75169 0.48148 -0.96901 0.26551 -0.96901 -0.00023 C -0.96901 -0.26621 -0.75169 -0.48171 -0.4845 -0.48171 C -0.21718 -0.48171 -0.00013 -0.26621 -0.00013 -0.00023 Z " pathEditMode="relative" rAng="5400000" ptsTypes="AAAAA">
                                      <p:cBhvr>
                                        <p:cTn id="20" dur="11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4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ghani_amajid@outlook.com</dc:creator>
  <cp:lastModifiedBy>ghani_amajid@outlook.com</cp:lastModifiedBy>
  <cp:revision>1</cp:revision>
  <dcterms:created xsi:type="dcterms:W3CDTF">2025-10-26T12:49:59Z</dcterms:created>
  <dcterms:modified xsi:type="dcterms:W3CDTF">2025-10-26T13:52:11Z</dcterms:modified>
</cp:coreProperties>
</file>