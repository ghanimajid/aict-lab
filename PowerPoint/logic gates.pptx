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45AB7-BB6E-454A-95E8-1C5E2C4099F9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2C633-9F29-446C-B868-F8F925FED45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524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2C633-9F29-446C-B868-F8F925FED453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5737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2CE5-9A8C-F7BF-BDD0-48A30B358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8B7F6-19FA-B612-9407-537ABEFDF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A2FC4-07B2-8BA9-E202-EE07BB76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CEF4F-6F05-0084-F204-EB35756A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08303-1195-8401-DBC7-A29B46E0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2180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6480-4761-7D9F-276D-884E1303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ABE7-286B-BD88-8428-6389E6ADE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69CD0-B8A0-4944-74B1-61B3CDB6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D85B3-66C2-10D2-1DDD-6B76715D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AA502-546F-369A-08F0-4FA75713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4155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A76A-7C7F-8B23-F7EC-A9551E82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2E28C-39B4-F7EA-8BB6-F02D2288E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16E10-3C4E-7A97-65B3-F2601394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9FB54-3A01-3C05-C2C1-83FB774A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BDA5-160E-B94E-9562-B9CE84D8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643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9CB6-8F4C-4449-5BC9-428D104E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2F8BC-02AE-D4DE-553E-3FFF35722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F498D-7DCF-4EDA-3CD6-D1E3F57C3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AC1AE-C350-68AC-EA0A-D4A36986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3837F-E7AC-817D-6E23-649CF781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14D66-13E2-CCA8-968F-031DFFBC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20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1014-5D2C-ADDA-197C-574BE5F16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1893D-1353-DC57-C954-19FA0EAAC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99A6B-A022-7646-7CF8-86BB192E6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72D4C-B383-F72C-BD6A-C1D385424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F6B0D-22CE-13EE-2F2E-4DDB1C31B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90E9C-09D0-AC43-21AD-637B63AF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A1AC8-B454-5FCC-D248-1F2C019D7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96BFA-1DF9-AF1D-E5B8-58806DC9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989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8402-DFA9-D44A-5C36-90641F1E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FEE94-FCE7-6235-1350-CA7994C5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5EABC0-1254-E1BB-5F97-53DCD92A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61D62-6DA5-32F6-098E-2EDA4835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579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5F9C5-B07B-0EB4-CC44-F94E1D32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7F111-3F10-D896-9BFB-86F262BA3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77945-2A69-ED43-6CC8-45195973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0438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D1DF-41C7-E9B8-138F-AC32FB82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190AB-925D-1FA1-7FF1-91BE0248F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13097-FE18-52BC-8173-96687E346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7ADA1-80A8-5C8F-CA4C-421521E9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D46A3-F78B-FCBD-8E80-F7C501BF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8ADBC-454F-C98B-8E9A-0E86EBAE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601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052A-096C-526C-3882-65657035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713ED-EBDB-C21E-34DE-48918EEC1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A1803-7A89-5126-00DC-2F163A7B2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E9CD6-03C1-D23C-09C2-771120CE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FA469-8C68-D21B-B4AA-B4A3C8A7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5F15-ECA1-3B07-C1F6-13B7B263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640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D239-34CE-3807-548D-7E4FBED5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DE1F1-7B9D-8415-9C50-88EF148D1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0A95D-7488-B1B6-A052-A70B2296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9366-B2B7-0972-F687-9534DAD3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16DC-6E86-2611-34C3-6929191D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757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BD0724-6ADA-FF9D-0B84-933A19B0D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DA422-F83C-0E65-BFBF-4CC47E93D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B7F0A-43E0-471F-138C-3961575D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67A4E-211D-F59C-2EE2-604A878F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198A4-32E6-64F4-18D1-3B9C366DE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667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F2A5C2-2F86-C79C-55BA-B73D12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8027F-65F2-357A-620C-CE4FAF362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2FC0A-054B-C634-21AF-C4E607027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F0683-B543-4AB6-B751-89D05B4C8F74}" type="datetimeFigureOut">
              <a:rPr lang="en-PK" smtClean="0"/>
              <a:t>28/10/2025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AC88-4DFA-EEFB-4588-F6BB2A03F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A198-46BE-071D-5FFF-322D5A31E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2DD86-1712-44BE-BD72-58FB67FFCA6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776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A4DC8-E9CB-2D87-F344-E43108E4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958761-E488-25E8-3461-940076824F18}"/>
              </a:ext>
            </a:extLst>
          </p:cNvPr>
          <p:cNvSpPr txBox="1"/>
          <p:nvPr/>
        </p:nvSpPr>
        <p:spPr>
          <a:xfrm>
            <a:off x="2828144" y="2782669"/>
            <a:ext cx="65357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LOGIC GATES </a:t>
            </a:r>
          </a:p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And their Truth Tables</a:t>
            </a:r>
            <a:endParaRPr lang="en-PK" sz="28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71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FCDC6-CE27-CEC0-8C5C-3AE5354174EF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OR 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803F1F-BEEC-13BA-8F1B-31EF82103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436185"/>
              </p:ext>
            </p:extLst>
          </p:nvPr>
        </p:nvGraphicFramePr>
        <p:xfrm>
          <a:off x="2031999" y="1633928"/>
          <a:ext cx="8341194" cy="4752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398">
                  <a:extLst>
                    <a:ext uri="{9D8B030D-6E8A-4147-A177-3AD203B41FA5}">
                      <a16:colId xmlns:a16="http://schemas.microsoft.com/office/drawing/2014/main" val="3772057013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498704268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559799799"/>
                    </a:ext>
                  </a:extLst>
                </a:gridCol>
              </a:tblGrid>
              <a:tr h="1239549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010165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731926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54851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507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40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ECD47-AA18-5A9F-FE23-6FF1A16C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BA6370-9508-5E1F-25BF-9126716BFA33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OR 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BD21E-F8E2-525F-234E-8008C2877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6867" r="93562">
                        <a14:foregroundMark x1="65665" y1="50968" x2="89914" y2="50968"/>
                        <a14:foregroundMark x1="10086" y1="25806" x2="34335" y2="22581"/>
                        <a14:foregroundMark x1="11588" y1="72903" x2="34764" y2="71613"/>
                        <a14:foregroundMark x1="78326" y1="57419" x2="78326" y2="574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270" y="1663908"/>
            <a:ext cx="3317693" cy="110313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19755CD-D14D-983A-9E4C-173D5EB561FC}"/>
              </a:ext>
            </a:extLst>
          </p:cNvPr>
          <p:cNvSpPr/>
          <p:nvPr/>
        </p:nvSpPr>
        <p:spPr>
          <a:xfrm>
            <a:off x="1434920" y="166390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29335A-4AFE-34CB-3C75-8540163B463F}"/>
              </a:ext>
            </a:extLst>
          </p:cNvPr>
          <p:cNvSpPr/>
          <p:nvPr/>
        </p:nvSpPr>
        <p:spPr>
          <a:xfrm>
            <a:off x="4752612" y="198874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98D389-2990-34A8-A580-EC3DF3F8F425}"/>
              </a:ext>
            </a:extLst>
          </p:cNvPr>
          <p:cNvSpPr/>
          <p:nvPr/>
        </p:nvSpPr>
        <p:spPr>
          <a:xfrm>
            <a:off x="1434920" y="2313589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6D62DD-CE6C-151A-4EB2-443CD0B590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6867" r="93562">
                        <a14:foregroundMark x1="65665" y1="50968" x2="89914" y2="50968"/>
                        <a14:foregroundMark x1="10086" y1="25806" x2="34335" y2="22581"/>
                        <a14:foregroundMark x1="11588" y1="72903" x2="34764" y2="71613"/>
                        <a14:foregroundMark x1="78326" y1="57419" x2="78326" y2="574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87" y="1663908"/>
            <a:ext cx="3317693" cy="110313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4EE70D2-D75A-F63E-5DDD-DFD24746FB3D}"/>
              </a:ext>
            </a:extLst>
          </p:cNvPr>
          <p:cNvSpPr/>
          <p:nvPr/>
        </p:nvSpPr>
        <p:spPr>
          <a:xfrm>
            <a:off x="7212036" y="166390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69ABDA-EA5A-096E-8E8C-7B288ECEF2CC}"/>
              </a:ext>
            </a:extLst>
          </p:cNvPr>
          <p:cNvSpPr/>
          <p:nvPr/>
        </p:nvSpPr>
        <p:spPr>
          <a:xfrm>
            <a:off x="7212036" y="2313589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0D6CAD-AEE7-9BF9-A61E-A9E0323D7E80}"/>
              </a:ext>
            </a:extLst>
          </p:cNvPr>
          <p:cNvSpPr/>
          <p:nvPr/>
        </p:nvSpPr>
        <p:spPr>
          <a:xfrm>
            <a:off x="10529730" y="198874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DC7173-53EF-99A0-C4B7-44FEE56239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6867" r="93562">
                        <a14:foregroundMark x1="65665" y1="50968" x2="89914" y2="50968"/>
                        <a14:foregroundMark x1="10086" y1="25806" x2="34335" y2="22581"/>
                        <a14:foregroundMark x1="11588" y1="72903" x2="34764" y2="71613"/>
                        <a14:foregroundMark x1="78326" y1="57419" x2="78326" y2="574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270" y="4090959"/>
            <a:ext cx="3317693" cy="110313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AE48188-7506-B314-A318-27453C671B8E}"/>
              </a:ext>
            </a:extLst>
          </p:cNvPr>
          <p:cNvSpPr/>
          <p:nvPr/>
        </p:nvSpPr>
        <p:spPr>
          <a:xfrm>
            <a:off x="1434919" y="4097204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E38195-7760-04BD-654E-0BD4A0707C9E}"/>
              </a:ext>
            </a:extLst>
          </p:cNvPr>
          <p:cNvSpPr/>
          <p:nvPr/>
        </p:nvSpPr>
        <p:spPr>
          <a:xfrm>
            <a:off x="1434918" y="4740640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1C8714-47D8-B12E-F2B3-02DF8D35159B}"/>
              </a:ext>
            </a:extLst>
          </p:cNvPr>
          <p:cNvSpPr/>
          <p:nvPr/>
        </p:nvSpPr>
        <p:spPr>
          <a:xfrm>
            <a:off x="4752611" y="4415801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6C7853-B90E-A157-BDF8-8FE581961B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6867" r="93562">
                        <a14:foregroundMark x1="65665" y1="50968" x2="89914" y2="50968"/>
                        <a14:foregroundMark x1="10086" y1="25806" x2="34335" y2="22581"/>
                        <a14:foregroundMark x1="11588" y1="72903" x2="34764" y2="71613"/>
                        <a14:foregroundMark x1="78326" y1="57419" x2="78326" y2="574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85" y="4090958"/>
            <a:ext cx="3317693" cy="110313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7B570E6-B631-F769-ABBC-400AFD3AF3BC}"/>
              </a:ext>
            </a:extLst>
          </p:cNvPr>
          <p:cNvSpPr/>
          <p:nvPr/>
        </p:nvSpPr>
        <p:spPr>
          <a:xfrm>
            <a:off x="7212036" y="409095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9A9706-8152-55FC-E66B-30D6BBCCADB2}"/>
              </a:ext>
            </a:extLst>
          </p:cNvPr>
          <p:cNvSpPr/>
          <p:nvPr/>
        </p:nvSpPr>
        <p:spPr>
          <a:xfrm>
            <a:off x="7212036" y="4731271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F0DB03-A227-1DDD-A81D-D7EE49AA5772}"/>
              </a:ext>
            </a:extLst>
          </p:cNvPr>
          <p:cNvSpPr/>
          <p:nvPr/>
        </p:nvSpPr>
        <p:spPr>
          <a:xfrm>
            <a:off x="10529728" y="441579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87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1E695-C79F-A5C9-0468-6EA0BAFA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C53640-9595-29DA-53F1-BFA052879165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AND 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68EA5E-7C0D-9865-D2B3-87EBF9894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038471"/>
              </p:ext>
            </p:extLst>
          </p:nvPr>
        </p:nvGraphicFramePr>
        <p:xfrm>
          <a:off x="2031999" y="1633928"/>
          <a:ext cx="8341194" cy="4752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398">
                  <a:extLst>
                    <a:ext uri="{9D8B030D-6E8A-4147-A177-3AD203B41FA5}">
                      <a16:colId xmlns:a16="http://schemas.microsoft.com/office/drawing/2014/main" val="3772057013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498704268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559799799"/>
                    </a:ext>
                  </a:extLst>
                </a:gridCol>
              </a:tblGrid>
              <a:tr h="1239549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010165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731926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54851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507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40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4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0FECA-1F81-A2A8-257A-59A61586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C17DC-940C-BA54-744D-C1B77C4038C0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AND 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DA561B-10C2-17AF-2B77-ABCB65224488}"/>
              </a:ext>
            </a:extLst>
          </p:cNvPr>
          <p:cNvSpPr/>
          <p:nvPr/>
        </p:nvSpPr>
        <p:spPr>
          <a:xfrm>
            <a:off x="1568189" y="1621370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747899-C3E4-63B2-EE4C-CF9845B41841}"/>
              </a:ext>
            </a:extLst>
          </p:cNvPr>
          <p:cNvSpPr/>
          <p:nvPr/>
        </p:nvSpPr>
        <p:spPr>
          <a:xfrm>
            <a:off x="4752612" y="198874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5FD0BA-8BB8-1C12-B968-0658818F3C55}"/>
              </a:ext>
            </a:extLst>
          </p:cNvPr>
          <p:cNvSpPr/>
          <p:nvPr/>
        </p:nvSpPr>
        <p:spPr>
          <a:xfrm>
            <a:off x="1568189" y="2436573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BA82FE-EBB0-E06E-DE9F-26319E98C2FF}"/>
              </a:ext>
            </a:extLst>
          </p:cNvPr>
          <p:cNvSpPr/>
          <p:nvPr/>
        </p:nvSpPr>
        <p:spPr>
          <a:xfrm>
            <a:off x="7641174" y="1621370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223B68-A68B-3C15-610C-988BCB01FF23}"/>
              </a:ext>
            </a:extLst>
          </p:cNvPr>
          <p:cNvSpPr/>
          <p:nvPr/>
        </p:nvSpPr>
        <p:spPr>
          <a:xfrm>
            <a:off x="7641174" y="2436573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3F9F6F-E18A-8E9B-7858-F26022E0281A}"/>
              </a:ext>
            </a:extLst>
          </p:cNvPr>
          <p:cNvSpPr/>
          <p:nvPr/>
        </p:nvSpPr>
        <p:spPr>
          <a:xfrm>
            <a:off x="10825598" y="1956974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F78AD1-393A-9654-C423-D6CBA7B96484}"/>
              </a:ext>
            </a:extLst>
          </p:cNvPr>
          <p:cNvSpPr/>
          <p:nvPr/>
        </p:nvSpPr>
        <p:spPr>
          <a:xfrm>
            <a:off x="1568189" y="3962346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04153AF-A626-340E-8DA4-44371C9835F5}"/>
              </a:ext>
            </a:extLst>
          </p:cNvPr>
          <p:cNvSpPr/>
          <p:nvPr/>
        </p:nvSpPr>
        <p:spPr>
          <a:xfrm>
            <a:off x="1568189" y="478317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C19E3C-AD61-A77A-AB3A-3D4E41F78730}"/>
              </a:ext>
            </a:extLst>
          </p:cNvPr>
          <p:cNvSpPr/>
          <p:nvPr/>
        </p:nvSpPr>
        <p:spPr>
          <a:xfrm>
            <a:off x="4752611" y="441579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2FC56C6-D415-E819-C1B6-172A51E068C2}"/>
              </a:ext>
            </a:extLst>
          </p:cNvPr>
          <p:cNvSpPr/>
          <p:nvPr/>
        </p:nvSpPr>
        <p:spPr>
          <a:xfrm>
            <a:off x="7641173" y="3962346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8AED41-47A6-0E07-39FA-602B51A5C7EA}"/>
              </a:ext>
            </a:extLst>
          </p:cNvPr>
          <p:cNvSpPr/>
          <p:nvPr/>
        </p:nvSpPr>
        <p:spPr>
          <a:xfrm>
            <a:off x="7641173" y="4777549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F31CD3-7C89-48D0-37C3-922B9DEC5154}"/>
              </a:ext>
            </a:extLst>
          </p:cNvPr>
          <p:cNvSpPr/>
          <p:nvPr/>
        </p:nvSpPr>
        <p:spPr>
          <a:xfrm>
            <a:off x="10825597" y="441579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C7C21-21AD-C0E7-A528-193944915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-1188" r="21938" b="1188"/>
          <a:stretch>
            <a:fillRect/>
          </a:stretch>
        </p:blipFill>
        <p:spPr>
          <a:xfrm>
            <a:off x="1864053" y="1382603"/>
            <a:ext cx="2686775" cy="1722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82DD51-5B8C-4A7F-A469-5F908F15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-1188" r="21938" b="1188"/>
          <a:stretch>
            <a:fillRect/>
          </a:stretch>
        </p:blipFill>
        <p:spPr>
          <a:xfrm>
            <a:off x="7937036" y="1354414"/>
            <a:ext cx="2686775" cy="1722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083AE-7FA6-91DF-E868-4867C7FCB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-1188" r="21938" b="1188"/>
          <a:stretch>
            <a:fillRect/>
          </a:stretch>
        </p:blipFill>
        <p:spPr>
          <a:xfrm>
            <a:off x="1864051" y="3753278"/>
            <a:ext cx="2686775" cy="1722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6C2106-967F-353A-7453-75FF38F6B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7" t="-1188" r="21938" b="1188"/>
          <a:stretch>
            <a:fillRect/>
          </a:stretch>
        </p:blipFill>
        <p:spPr>
          <a:xfrm>
            <a:off x="7937035" y="3781464"/>
            <a:ext cx="2686775" cy="172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0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85D26-8049-6DBB-2051-F67F54FF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B043B4-0FA5-B37A-5E1D-EDFF0CD0AE2E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XOR 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FF5C2C-A5DC-3B0E-9B43-0B2003CBC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0766"/>
              </p:ext>
            </p:extLst>
          </p:nvPr>
        </p:nvGraphicFramePr>
        <p:xfrm>
          <a:off x="2031999" y="1633928"/>
          <a:ext cx="8341194" cy="4752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398">
                  <a:extLst>
                    <a:ext uri="{9D8B030D-6E8A-4147-A177-3AD203B41FA5}">
                      <a16:colId xmlns:a16="http://schemas.microsoft.com/office/drawing/2014/main" val="3772057013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498704268"/>
                    </a:ext>
                  </a:extLst>
                </a:gridCol>
                <a:gridCol w="2780398">
                  <a:extLst>
                    <a:ext uri="{9D8B030D-6E8A-4147-A177-3AD203B41FA5}">
                      <a16:colId xmlns:a16="http://schemas.microsoft.com/office/drawing/2014/main" val="2559799799"/>
                    </a:ext>
                  </a:extLst>
                </a:gridCol>
              </a:tblGrid>
              <a:tr h="1239549">
                <a:tc>
                  <a:txBody>
                    <a:bodyPr/>
                    <a:lstStyle/>
                    <a:p>
                      <a:pPr algn="l"/>
                      <a:endParaRPr lang="en-US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PK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010165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731926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54851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5073"/>
                  </a:ext>
                </a:extLst>
              </a:tr>
              <a:tr h="8781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200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PK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40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05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6000">
              <a:schemeClr val="accent1">
                <a:lumMod val="45000"/>
                <a:lumOff val="5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5B3BB-1858-7395-9953-21BC91E6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45711-0C89-78F6-6128-0CAB8F57329F}"/>
              </a:ext>
            </a:extLst>
          </p:cNvPr>
          <p:cNvSpPr txBox="1"/>
          <p:nvPr/>
        </p:nvSpPr>
        <p:spPr>
          <a:xfrm>
            <a:off x="2833141" y="644577"/>
            <a:ext cx="6535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XOR 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</a:rPr>
              <a:t>GATE</a:t>
            </a:r>
            <a:endParaRPr lang="en-PK" sz="3600" dirty="0">
              <a:solidFill>
                <a:schemeClr val="accent5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5434C3-5E74-2F82-EA25-F6477420A5FF}"/>
              </a:ext>
            </a:extLst>
          </p:cNvPr>
          <p:cNvSpPr/>
          <p:nvPr/>
        </p:nvSpPr>
        <p:spPr>
          <a:xfrm>
            <a:off x="1568189" y="1643677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7F6179-D970-B8D5-C057-6AD9B01A680A}"/>
              </a:ext>
            </a:extLst>
          </p:cNvPr>
          <p:cNvSpPr/>
          <p:nvPr/>
        </p:nvSpPr>
        <p:spPr>
          <a:xfrm>
            <a:off x="4752612" y="198874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4573A8-8572-25D3-A9B4-703647FB723A}"/>
              </a:ext>
            </a:extLst>
          </p:cNvPr>
          <p:cNvSpPr/>
          <p:nvPr/>
        </p:nvSpPr>
        <p:spPr>
          <a:xfrm>
            <a:off x="1568189" y="2300465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BB9284A-C162-5F92-0E23-930814CE8CAA}"/>
              </a:ext>
            </a:extLst>
          </p:cNvPr>
          <p:cNvSpPr/>
          <p:nvPr/>
        </p:nvSpPr>
        <p:spPr>
          <a:xfrm>
            <a:off x="7760838" y="1652659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6A395E-4D35-0799-08C3-A0731DB101AA}"/>
              </a:ext>
            </a:extLst>
          </p:cNvPr>
          <p:cNvSpPr/>
          <p:nvPr/>
        </p:nvSpPr>
        <p:spPr>
          <a:xfrm>
            <a:off x="7760838" y="2300465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448C85-B5E8-44B8-25AE-BE5B34266E0B}"/>
              </a:ext>
            </a:extLst>
          </p:cNvPr>
          <p:cNvSpPr/>
          <p:nvPr/>
        </p:nvSpPr>
        <p:spPr>
          <a:xfrm>
            <a:off x="10915381" y="1988748"/>
            <a:ext cx="454700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FD75A3-13A7-768D-B987-14980ED9EE81}"/>
              </a:ext>
            </a:extLst>
          </p:cNvPr>
          <p:cNvSpPr/>
          <p:nvPr/>
        </p:nvSpPr>
        <p:spPr>
          <a:xfrm>
            <a:off x="1568189" y="4037685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9BE8C5-5DFC-8E71-A406-12B9E5E9282E}"/>
              </a:ext>
            </a:extLst>
          </p:cNvPr>
          <p:cNvSpPr/>
          <p:nvPr/>
        </p:nvSpPr>
        <p:spPr>
          <a:xfrm>
            <a:off x="1568188" y="4685491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A9867F1-0828-5E91-9856-BAE50C9F4B4C}"/>
              </a:ext>
            </a:extLst>
          </p:cNvPr>
          <p:cNvSpPr/>
          <p:nvPr/>
        </p:nvSpPr>
        <p:spPr>
          <a:xfrm>
            <a:off x="4752611" y="4389118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237A13-27B7-0D0D-CD07-1304DF73D0E4}"/>
              </a:ext>
            </a:extLst>
          </p:cNvPr>
          <p:cNvSpPr/>
          <p:nvPr/>
        </p:nvSpPr>
        <p:spPr>
          <a:xfrm>
            <a:off x="7760837" y="4037685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1AA90E-88EB-29CD-BA33-F02F3B58492B}"/>
              </a:ext>
            </a:extLst>
          </p:cNvPr>
          <p:cNvSpPr/>
          <p:nvPr/>
        </p:nvSpPr>
        <p:spPr>
          <a:xfrm>
            <a:off x="7766167" y="4685491"/>
            <a:ext cx="454701" cy="45345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37A132-9035-26F4-A349-7E510452E90E}"/>
              </a:ext>
            </a:extLst>
          </p:cNvPr>
          <p:cNvSpPr/>
          <p:nvPr/>
        </p:nvSpPr>
        <p:spPr>
          <a:xfrm>
            <a:off x="10915380" y="4402458"/>
            <a:ext cx="454701" cy="4267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0</a:t>
            </a:r>
            <a:endParaRPr lang="en-PK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Logic gate XOR gate Exclusive or, Logic ...">
            <a:extLst>
              <a:ext uri="{FF2B5EF4-FFF2-40B4-BE49-F238E27FC236}">
                <a16:creationId xmlns:a16="http://schemas.microsoft.com/office/drawing/2014/main" id="{7D7FA7C1-7124-79C5-6AF9-0BD9639C5D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213" l="9824" r="89673">
                        <a14:foregroundMark x1="34257" y1="3150" x2="43073" y2="7087"/>
                        <a14:foregroundMark x1="29723" y1="99213" x2="32494" y2="84252"/>
                        <a14:foregroundMark x1="31234" y1="11811" x2="29219" y2="0"/>
                        <a14:foregroundMark x1="34761" y1="6299" x2="44081" y2="6299"/>
                        <a14:foregroundMark x1="46599" y1="8661" x2="37280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18" t="2395" r="15313" b="-2395"/>
          <a:stretch>
            <a:fillRect/>
          </a:stretch>
        </p:blipFill>
        <p:spPr bwMode="auto">
          <a:xfrm>
            <a:off x="2145257" y="1643677"/>
            <a:ext cx="2506462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ic gate XOR gate Exclusive or, Logic ...">
            <a:extLst>
              <a:ext uri="{FF2B5EF4-FFF2-40B4-BE49-F238E27FC236}">
                <a16:creationId xmlns:a16="http://schemas.microsoft.com/office/drawing/2014/main" id="{849ED654-1267-AF2C-2FD5-BF7459418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213" l="9824" r="89673">
                        <a14:foregroundMark x1="34257" y1="3150" x2="43073" y2="7087"/>
                        <a14:foregroundMark x1="29723" y1="99213" x2="32494" y2="84252"/>
                        <a14:foregroundMark x1="31234" y1="11811" x2="29219" y2="0"/>
                        <a14:foregroundMark x1="34761" y1="6299" x2="44081" y2="6299"/>
                        <a14:foregroundMark x1="46599" y1="8661" x2="37280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18" t="2395" r="15313" b="-2395"/>
          <a:stretch>
            <a:fillRect/>
          </a:stretch>
        </p:blipFill>
        <p:spPr bwMode="auto">
          <a:xfrm>
            <a:off x="8319135" y="1643677"/>
            <a:ext cx="2506462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ogic gate XOR gate Exclusive or, Logic ...">
            <a:extLst>
              <a:ext uri="{FF2B5EF4-FFF2-40B4-BE49-F238E27FC236}">
                <a16:creationId xmlns:a16="http://schemas.microsoft.com/office/drawing/2014/main" id="{ABA6D860-4948-25B0-1D22-2287DC067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213" l="9824" r="89673">
                        <a14:foregroundMark x1="34257" y1="3150" x2="43073" y2="7087"/>
                        <a14:foregroundMark x1="29723" y1="99213" x2="32494" y2="84252"/>
                        <a14:foregroundMark x1="31234" y1="11811" x2="29219" y2="0"/>
                        <a14:foregroundMark x1="34761" y1="6299" x2="44081" y2="6299"/>
                        <a14:foregroundMark x1="46599" y1="8661" x2="37280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18" t="2395" r="15313" b="-2395"/>
          <a:stretch>
            <a:fillRect/>
          </a:stretch>
        </p:blipFill>
        <p:spPr bwMode="auto">
          <a:xfrm>
            <a:off x="8319135" y="4037686"/>
            <a:ext cx="2506462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Logic gate XOR gate Exclusive or, Logic ...">
            <a:extLst>
              <a:ext uri="{FF2B5EF4-FFF2-40B4-BE49-F238E27FC236}">
                <a16:creationId xmlns:a16="http://schemas.microsoft.com/office/drawing/2014/main" id="{C0CD468D-338D-3837-8583-675891FED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213" l="9824" r="89673">
                        <a14:foregroundMark x1="34257" y1="3150" x2="43073" y2="7087"/>
                        <a14:foregroundMark x1="29723" y1="99213" x2="32494" y2="84252"/>
                        <a14:foregroundMark x1="31234" y1="11811" x2="29219" y2="0"/>
                        <a14:foregroundMark x1="34761" y1="6299" x2="44081" y2="6299"/>
                        <a14:foregroundMark x1="46599" y1="8661" x2="37280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18" t="2395" r="15313" b="-2395"/>
          <a:stretch>
            <a:fillRect/>
          </a:stretch>
        </p:blipFill>
        <p:spPr bwMode="auto">
          <a:xfrm>
            <a:off x="2145257" y="4037685"/>
            <a:ext cx="2506462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87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106</Words>
  <Application>Microsoft Office PowerPoint</Application>
  <PresentationFormat>Widescreen</PresentationFormat>
  <Paragraphs>135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ghani_amajid@outlook.com</dc:creator>
  <cp:lastModifiedBy>ghani_amajid@outlook.com</cp:lastModifiedBy>
  <cp:revision>2</cp:revision>
  <dcterms:created xsi:type="dcterms:W3CDTF">2025-10-27T17:47:29Z</dcterms:created>
  <dcterms:modified xsi:type="dcterms:W3CDTF">2025-10-28T07:24:06Z</dcterms:modified>
</cp:coreProperties>
</file>